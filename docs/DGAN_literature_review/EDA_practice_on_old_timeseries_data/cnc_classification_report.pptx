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46" d="100"/>
          <a:sy n="146" d="100"/>
        </p:scale>
        <p:origin x="-1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5C3C-87AC-B131-F66A-3C2651ABE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235A9-4975-1F05-8EA7-679C4CD94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94D8E-909E-1EC9-A00A-BA343110C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F9BB0-231D-288E-FE80-0D90F202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5D4AB-70D1-881B-3420-BED5CF51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8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22F8-47AE-0559-5246-DF2595AA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97ADA-8C21-5B7B-29F6-50DC3DC1B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5682D-8E6D-3D24-360D-F0C81589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994CB-1061-F003-8C66-AFD758A3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DFCB-3600-4400-DBE8-154D1911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3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5E43-E101-4700-A4C3-1B92D54F3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C3AF8-29F8-4CE6-ED7E-D1E50E7B8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D7BDE-11E6-4248-D88F-683763F8E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595EC-9BF5-7868-5FCB-3FF48811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5F198-4BAB-2270-8ADE-DE7153B07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10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A567-C412-A8BD-4BED-E398548C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133FF-2BB3-72CB-7E39-FA3B000CC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A7D30-DC30-BD4C-FE88-EB1C1C491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F23AA-21CC-DF0E-C0D1-C273DC6A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7A285-80B4-AA53-34BE-FB2F1A0E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609C2-F4E8-3B4E-DD5F-E4F5A77A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9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B12A-59D6-EDF7-A60C-87CF2C8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D0F9B-0273-0F14-2BDA-E20C35499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9908D-E90A-232B-30FD-72A0FB6CD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5E2CE-3AD3-1250-2B97-E5DC202AB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46116-53E3-F524-E013-6DD69A1D2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1892F-13A9-E2BD-F07E-5045FB2A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789EA-3795-E390-F71D-EA904219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C7360-FB63-95BF-35DE-1267EC609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6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EA74-37B8-5D7B-790E-1156C3FB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8611A-6E5F-B3D8-8FCF-ED1CF272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A2CEF-D599-B3D7-689D-BC0DA0FA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51A89-BA3F-EEA9-AE0F-187FB8BB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5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E177B-9067-51DD-6BF4-6927A376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284F28-5E25-C1E9-D9A3-4C442561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A5191-6E61-DD8F-26F7-CE979D58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6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2922-428D-22C1-50E6-F77884B0E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BAE29-0738-12DB-03A7-1C3324953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8BA02-359E-4B59-128B-E2A2E5E71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04BDC-08D0-8A9F-8020-C947A49A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A9CA5-74FD-83BD-6B3F-BFC44E12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674F8-95D1-9099-70F8-471C4F8E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0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5B1A-6217-0C0C-C1D7-61FFDED2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947170-E22C-A3C9-539F-035726DE2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4230E-98D8-D370-DF50-B648154E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846AE-DE10-BACC-C7C6-857EB8FB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68A71-BB4E-3840-56F5-CACC48D4F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CE51B-9D26-6BC7-6F49-E2A3F9F5D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1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1B4C-FCA6-E9E6-DFDC-14A561D5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12FD6-5F47-73FA-5C23-8BEC4143E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F1D81-484D-2277-4D91-4BB39F1A7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162D8-811D-344C-BDCD-BDF47003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B4C87-6D97-4E84-C6F2-0A015E193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89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0E8D5C-E03E-EFA5-2CAE-ECCA9E4E9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50299-AB77-4AF2-13E9-8844DE1EF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49979-2B2D-7400-6A5D-C5D44200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51BA5-513F-CDB0-8704-DFB81198E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6583F-E7C3-0D0F-2D05-45E75221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2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B47A43-B8A8-1CFC-72A8-F5741DB1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B9F94-ED9A-2D2D-AA4D-4554475F2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25FD-B5CC-0313-4221-B37CB0DBC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F34B8-A098-9740-9227-95578548B4D9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39234-3126-A0A9-4D33-B747C6F5F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35385-1C46-7593-0C99-28AF65A63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0F2DC-EF07-204E-8EE3-E6ED456A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7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0E52-C311-EEA4-349C-B654CAF985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8D507-04E6-D3F0-4AAC-14A29F3365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2247C65-F60B-A27A-BEFF-C1C4FBB48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198" y="5546442"/>
            <a:ext cx="7543916" cy="5776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D85314-4A0B-6E70-DC6B-8CF6115F5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13" y="3429781"/>
            <a:ext cx="5815849" cy="5127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939AA9-3B96-E56F-285D-C8102516A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370" y="4212809"/>
            <a:ext cx="5535697" cy="48164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CDDA31-7133-0F5A-6D85-24CA8A706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462" y="4868857"/>
            <a:ext cx="5584028" cy="524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77B573-44C8-8D63-B48F-3BFA26134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61" y="221132"/>
            <a:ext cx="8155487" cy="117477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C071AD68-23EC-4E63-048F-2C0F371A35FA}"/>
              </a:ext>
            </a:extLst>
          </p:cNvPr>
          <p:cNvGrpSpPr/>
          <p:nvPr/>
        </p:nvGrpSpPr>
        <p:grpSpPr>
          <a:xfrm>
            <a:off x="223485" y="1588582"/>
            <a:ext cx="5535697" cy="5127237"/>
            <a:chOff x="681013" y="2906485"/>
            <a:chExt cx="4914883" cy="38093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19D0C86-9669-936A-9347-394B2A4DFB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24300" b="9203"/>
            <a:stretch/>
          </p:blipFill>
          <p:spPr>
            <a:xfrm>
              <a:off x="1270348" y="2906485"/>
              <a:ext cx="4325548" cy="339410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08C62D-7AF2-34AE-654B-96C22A4774B7}"/>
                </a:ext>
              </a:extLst>
            </p:cNvPr>
            <p:cNvSpPr txBox="1"/>
            <p:nvPr/>
          </p:nvSpPr>
          <p:spPr>
            <a:xfrm rot="16200000">
              <a:off x="97429" y="4424890"/>
              <a:ext cx="16288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Prediction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3884428-F787-358B-800F-70D2E5950CB8}"/>
                </a:ext>
              </a:extLst>
            </p:cNvPr>
            <p:cNvSpPr txBox="1"/>
            <p:nvPr/>
          </p:nvSpPr>
          <p:spPr>
            <a:xfrm>
              <a:off x="2466913" y="6254154"/>
              <a:ext cx="12399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Actual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3730F1-10F9-6D90-2DCC-5834884B9F45}"/>
                </a:ext>
              </a:extLst>
            </p:cNvPr>
            <p:cNvSpPr txBox="1"/>
            <p:nvPr/>
          </p:nvSpPr>
          <p:spPr>
            <a:xfrm>
              <a:off x="1920997" y="3593069"/>
              <a:ext cx="123998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TN: </a:t>
              </a:r>
            </a:p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Predict Bad</a:t>
              </a:r>
            </a:p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Actual Bad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B81CBE-89B9-6905-8FE9-873F526CD657}"/>
                </a:ext>
              </a:extLst>
            </p:cNvPr>
            <p:cNvSpPr txBox="1"/>
            <p:nvPr/>
          </p:nvSpPr>
          <p:spPr>
            <a:xfrm>
              <a:off x="3160981" y="3593069"/>
              <a:ext cx="123998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FN: </a:t>
              </a:r>
            </a:p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Predict Bad</a:t>
              </a:r>
            </a:p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Actual Good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98D4885-41F5-760F-AC45-05F8C6EE731D}"/>
                </a:ext>
              </a:extLst>
            </p:cNvPr>
            <p:cNvSpPr txBox="1"/>
            <p:nvPr/>
          </p:nvSpPr>
          <p:spPr>
            <a:xfrm>
              <a:off x="1920997" y="4869975"/>
              <a:ext cx="123998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FP: </a:t>
              </a:r>
            </a:p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Predict Good</a:t>
              </a:r>
            </a:p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Actual Bad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C256B5-3629-69C2-CDDC-90D8114841CA}"/>
                </a:ext>
              </a:extLst>
            </p:cNvPr>
            <p:cNvSpPr txBox="1"/>
            <p:nvPr/>
          </p:nvSpPr>
          <p:spPr>
            <a:xfrm>
              <a:off x="3191638" y="4859089"/>
              <a:ext cx="123998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TP: </a:t>
              </a:r>
            </a:p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Predict Good</a:t>
              </a:r>
            </a:p>
            <a:p>
              <a:pPr algn="ctr"/>
              <a:r>
                <a:rPr lang="en-US" sz="1100" b="1" dirty="0">
                  <a:solidFill>
                    <a:srgbClr val="7030A0"/>
                  </a:solidFill>
                </a:rPr>
                <a:t>Actual Good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E708342E-70BB-9652-5013-3D408A6A6ED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76515"/>
          <a:stretch/>
        </p:blipFill>
        <p:spPr>
          <a:xfrm>
            <a:off x="5906660" y="1759447"/>
            <a:ext cx="5398079" cy="149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40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</Words>
  <Application>Microsoft Macintosh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Lim</dc:creator>
  <cp:lastModifiedBy>James Lim</cp:lastModifiedBy>
  <cp:revision>1</cp:revision>
  <dcterms:created xsi:type="dcterms:W3CDTF">2023-10-24T09:26:02Z</dcterms:created>
  <dcterms:modified xsi:type="dcterms:W3CDTF">2023-10-24T09:39:37Z</dcterms:modified>
</cp:coreProperties>
</file>